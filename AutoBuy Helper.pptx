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C936F-8940-FC0F-3ECF-18DEB14E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598231-A79E-EF10-3CB5-B98824DA5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A9CD5-3AB2-0D8E-C178-EB4EFC25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E4079-B369-A14E-272E-9BC624DF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B4F95-85AF-B8BD-01CB-61E71076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7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59895-0621-EE41-8C12-F1BBA17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32260-0391-39FD-E1A4-916435A2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6FC74-9153-1501-E321-8B5DFE5A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3E18E1-1576-A8E0-3C6E-8FF5EB2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0D7CB-D326-4C16-734F-D4A7398C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1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6ADD1-0EAA-618F-C4DA-5D9528E8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45BB7-9950-C59B-6C4F-8F704ED8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C3FD0-90F0-E7B3-E9FD-15E69E67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348C8-0FBD-9CD2-6FDA-1709FAC1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24DEE-CF00-2F00-B875-16501AEC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54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34F40-4B1F-0FCD-C175-A53CB8AA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1A844-6770-FA7A-B4A4-FA2017A93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777058-277D-64E8-8A12-594F8C2CE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F41A00-B385-D669-2AF0-A0E36F55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BA999-AC9E-E302-0CA7-83229035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EDD20A-24C4-92AA-ABA4-0DFC070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22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577E1-7CDB-048A-0632-623EE46A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C4BA5B-C1D4-96EA-D28D-03003445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A41193-1CA6-E8FC-8559-807A71CA2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01EBB7-1718-B5FD-C7C8-0F004BC0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087BA9-8F07-883A-5654-A99BB90C2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0C2D49-2E1F-27A9-DA49-ED352BF2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87B3A-CC57-25C0-1B7F-164F5B2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887423-393A-1C0C-5C70-2AE29FCB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19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4F442-E56F-BC0B-9377-4024149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E9661A-83AD-972B-D32E-562102E7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9084D6-7559-3841-7808-26885913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79EF57-249E-33B3-B087-E6925244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82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EBDB61-10EF-8A3F-57AE-C67AC28E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EB10C-EC42-4A6D-887D-57DE5F9D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E6E24F-8172-C0BE-D088-DE31BA4B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1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CAC82-7FC4-3FD6-8121-03B5AEC1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AEFDD-AB57-B6A4-F5F3-09897BDC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4121CD-9C96-B2A1-0D45-4008789C2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818A17-EFC5-0748-7ADF-AB06368A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D20B7-55CF-5C4B-2B3D-67E52B22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E399E-B595-AE61-AA87-8682943B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0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CBC0F-8609-5792-57DB-C50162C4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FAC2AE-647C-844E-E8A6-A29660FA8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AE98F8-7731-3FCC-2B8E-13B9FB4E7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B43606-52AA-46C6-5202-CC0E72FE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85AFA4-7BBF-5C02-34B7-B79ABECA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1B10D6-9989-FFFF-5335-273E175A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1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DF888-6B66-836B-A0AD-03B19908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662BE5-3618-C96C-7930-9DE0C279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37A0A-F861-AF18-5CE3-6D157380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CCFB71-151B-E75B-9056-FF596A92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B795D0-FC28-7A6F-B381-296201D1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4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D7B98C-87A0-EE81-35BE-36628DE9F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6E83DC-CAF0-7BC1-B26D-746817939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AE9A8-C99B-4479-BF46-36A50CA7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9D4A64-F4E5-5BF0-6EBE-E952B134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06E46-7264-2805-9EBE-1EC40A9A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54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0427E-D773-6091-F59D-212738E1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D73FD2-5BC3-7641-D55E-193F5E6A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8E4445-E17D-A71F-8FC4-0C147B2A2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7FB4E-7759-B2DF-1629-29FC00D6A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D7D9E7-437F-19E7-1679-5A4D9D97B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1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68971-D5B2-56DC-0440-9C91A9E6E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04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AutoBuy</a:t>
            </a:r>
            <a:r>
              <a:rPr lang="en-US" b="1" dirty="0"/>
              <a:t> Helper</a:t>
            </a:r>
            <a:br>
              <a:rPr lang="ru-RU" b="1" dirty="0"/>
            </a:br>
            <a:r>
              <a:rPr lang="ru-RU" dirty="0"/>
              <a:t>Приложение для управления продажами в автосалоне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CBB615-1E72-DD4B-CA89-41EEA4064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9936"/>
            <a:ext cx="9144000" cy="1655762"/>
          </a:xfrm>
        </p:spPr>
        <p:txBody>
          <a:bodyPr/>
          <a:lstStyle/>
          <a:p>
            <a:r>
              <a:rPr lang="ru-RU" dirty="0"/>
              <a:t>Автор: </a:t>
            </a:r>
            <a:r>
              <a:rPr lang="ru-RU" dirty="0" err="1"/>
              <a:t>Маммедов</a:t>
            </a:r>
            <a:r>
              <a:rPr lang="ru-RU" dirty="0"/>
              <a:t> Саид 408ИС-22</a:t>
            </a:r>
          </a:p>
          <a:p>
            <a:r>
              <a:rPr lang="ru-RU" dirty="0"/>
              <a:t>Руководитель: Кусков Ф.В.</a:t>
            </a:r>
          </a:p>
        </p:txBody>
      </p:sp>
    </p:spTree>
    <p:extLst>
      <p:ext uri="{BB962C8B-B14F-4D97-AF65-F5344CB8AC3E}">
        <p14:creationId xmlns:p14="http://schemas.microsoft.com/office/powerpoint/2010/main" val="225990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AAC77-DF44-D88F-89B1-B41CCCD1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 презентации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90766-E810-494B-8388-DCDC6CDAD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Анализ предметной области и постановка задачи</a:t>
            </a:r>
          </a:p>
          <a:p>
            <a:r>
              <a:rPr lang="ru-RU" dirty="0"/>
              <a:t>Исследование существующих решений</a:t>
            </a:r>
          </a:p>
          <a:p>
            <a:r>
              <a:rPr lang="ru-RU" dirty="0"/>
              <a:t>Определение целевой аудитории и потребностей</a:t>
            </a:r>
          </a:p>
          <a:p>
            <a:r>
              <a:rPr lang="ru-RU" dirty="0"/>
              <a:t>Функциональные и нефункциональные требования</a:t>
            </a:r>
          </a:p>
          <a:p>
            <a:r>
              <a:rPr lang="ru-RU" dirty="0"/>
              <a:t>Проектирование архитектуры и интерфейса</a:t>
            </a:r>
          </a:p>
          <a:p>
            <a:r>
              <a:rPr lang="ru-RU" dirty="0"/>
              <a:t>Реализация базового функционала</a:t>
            </a:r>
          </a:p>
          <a:p>
            <a:r>
              <a:rPr lang="ru-RU" dirty="0"/>
              <a:t>Реализация дополнительных функций</a:t>
            </a:r>
          </a:p>
          <a:p>
            <a:r>
              <a:rPr lang="ru-RU" dirty="0"/>
              <a:t>Тестирование и отладка</a:t>
            </a:r>
          </a:p>
          <a:p>
            <a:r>
              <a:rPr lang="ru-RU" dirty="0"/>
              <a:t>Документирование проекта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90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29D4C-6158-C549-6819-E5A13E6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Идея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ED316-5DA8-A8EB-4A6F-BA4DE71B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Основная идея </a:t>
            </a:r>
            <a:r>
              <a:rPr lang="ru-RU" b="1" dirty="0" err="1"/>
              <a:t>AutoBuy</a:t>
            </a:r>
            <a:r>
              <a:rPr lang="ru-RU" b="1" dirty="0"/>
              <a:t> </a:t>
            </a:r>
            <a:r>
              <a:rPr lang="ru-RU" b="1" dirty="0" err="1"/>
              <a:t>Helper</a:t>
            </a:r>
            <a:r>
              <a:rPr lang="ru-RU" dirty="0"/>
              <a:t> — создание удобного и функционального приложения для управления продажами, клиентами и автомобилями в автосалоне.</a:t>
            </a:r>
          </a:p>
          <a:p>
            <a:pPr marL="0" indent="0">
              <a:buNone/>
            </a:pPr>
            <a:r>
              <a:rPr lang="ru-RU" b="1" dirty="0"/>
              <a:t>Приложение помогает:</a:t>
            </a:r>
            <a:endParaRPr lang="ru-RU" dirty="0"/>
          </a:p>
          <a:p>
            <a:r>
              <a:rPr lang="ru-RU" dirty="0"/>
              <a:t>Контролировать продажи и сделки</a:t>
            </a:r>
          </a:p>
          <a:p>
            <a:r>
              <a:rPr lang="ru-RU" dirty="0"/>
              <a:t>Управлять клиентской базой</a:t>
            </a:r>
          </a:p>
          <a:p>
            <a:r>
              <a:rPr lang="ru-RU" dirty="0"/>
              <a:t>Ведение учета автомобилей в наличии</a:t>
            </a:r>
          </a:p>
          <a:p>
            <a:r>
              <a:rPr lang="ru-RU" dirty="0"/>
              <a:t>Автоматизировать формирование отчетов</a:t>
            </a:r>
          </a:p>
          <a:p>
            <a:r>
              <a:rPr lang="ru-RU" dirty="0"/>
              <a:t>Упростить взаимодействие между директором, менеджером и клиентом</a:t>
            </a:r>
          </a:p>
          <a:p>
            <a:pPr marL="0" indent="0">
              <a:buNone/>
            </a:pPr>
            <a:r>
              <a:rPr lang="ru-RU" b="1" dirty="0"/>
              <a:t>Целевая аудитория:</a:t>
            </a:r>
            <a:r>
              <a:rPr lang="ru-RU" dirty="0"/>
              <a:t> автосалоны, дилерские центры, компании по продаже автомобилей.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423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AAF29-54EE-347D-46FD-F20F00CB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Основной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4AEF2-21BD-4720-A6FB-52B99FDE2CA2}"/>
              </a:ext>
            </a:extLst>
          </p:cNvPr>
          <p:cNvSpPr txBox="1"/>
          <p:nvPr/>
        </p:nvSpPr>
        <p:spPr>
          <a:xfrm>
            <a:off x="838200" y="1229896"/>
            <a:ext cx="62290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Управление автомобилями: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Добавление, редактирование, удаление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Фильтрация по цене и статусу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Прикрепление фотографий</a:t>
            </a:r>
          </a:p>
          <a:p>
            <a:r>
              <a:rPr lang="ru-RU" sz="2400" b="1" dirty="0"/>
              <a:t>Управление сделками: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Оформление новых сделок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Указание клиента, автомобиля, менеджера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Выбор типа оплаты</a:t>
            </a:r>
          </a:p>
          <a:p>
            <a:r>
              <a:rPr lang="ru-RU" sz="2400" b="1" dirty="0"/>
              <a:t>Аналитика и отчеты: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Финансовый отчет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Отчет по продажам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Отчет по сотрудникам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Отчет по автомобилям</a:t>
            </a:r>
          </a:p>
        </p:txBody>
      </p:sp>
    </p:spTree>
    <p:extLst>
      <p:ext uri="{BB962C8B-B14F-4D97-AF65-F5344CB8AC3E}">
        <p14:creationId xmlns:p14="http://schemas.microsoft.com/office/powerpoint/2010/main" val="284790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717E3-B159-3C18-ECD0-9C7A1337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021D5-725C-76A8-6401-8BB967E4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Проект основан на </a:t>
            </a:r>
            <a:r>
              <a:rPr lang="ru-RU" b="1" dirty="0"/>
              <a:t>модульной архитектуре</a:t>
            </a:r>
            <a:r>
              <a:rPr lang="ru-RU" dirty="0"/>
              <a:t> с разделением по ролям:</a:t>
            </a:r>
          </a:p>
          <a:p>
            <a:r>
              <a:rPr lang="ru-RU" dirty="0"/>
              <a:t>Клиентский модуль (просмотр каталога)</a:t>
            </a:r>
          </a:p>
          <a:p>
            <a:r>
              <a:rPr lang="ru-RU" dirty="0"/>
              <a:t>Модуль менеджера (управление сделками и клиентами)</a:t>
            </a:r>
          </a:p>
          <a:p>
            <a:r>
              <a:rPr lang="ru-RU" dirty="0"/>
              <a:t>Модуль директора (управление персоналом и аналитика)</a:t>
            </a:r>
          </a:p>
          <a:p>
            <a:pPr marL="0" indent="0">
              <a:buNone/>
            </a:pPr>
            <a:r>
              <a:rPr lang="ru-RU" b="1" dirty="0"/>
              <a:t>Используемые подходы:</a:t>
            </a:r>
            <a:endParaRPr lang="ru-RU" dirty="0"/>
          </a:p>
          <a:p>
            <a:r>
              <a:rPr lang="ru-RU" dirty="0"/>
              <a:t>Локальная/сетевая база данных для хранения данных</a:t>
            </a:r>
          </a:p>
          <a:p>
            <a:r>
              <a:rPr lang="ru-RU" dirty="0"/>
              <a:t>Современный UI/UX дизайн для удобства использования</a:t>
            </a:r>
          </a:p>
          <a:p>
            <a:r>
              <a:rPr lang="ru-RU" dirty="0"/>
              <a:t>Навигация через фрагменты</a:t>
            </a:r>
          </a:p>
        </p:txBody>
      </p:sp>
    </p:spTree>
    <p:extLst>
      <p:ext uri="{BB962C8B-B14F-4D97-AF65-F5344CB8AC3E}">
        <p14:creationId xmlns:p14="http://schemas.microsoft.com/office/powerpoint/2010/main" val="129230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4D586-A561-5A0C-0169-DDBBBCF4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Используемые технологии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02B72-DB29-5127-73F9-1FEE8B659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+ Android Studio</a:t>
            </a:r>
            <a:r>
              <a:rPr lang="en-US" dirty="0"/>
              <a:t> — </a:t>
            </a:r>
            <a:r>
              <a:rPr lang="ru-RU" dirty="0"/>
              <a:t>основной стек разработки</a:t>
            </a:r>
          </a:p>
          <a:p>
            <a:r>
              <a:rPr lang="en-US" b="1" dirty="0"/>
              <a:t>SQLite</a:t>
            </a:r>
            <a:r>
              <a:rPr lang="en-US" dirty="0"/>
              <a:t> — </a:t>
            </a:r>
            <a:r>
              <a:rPr lang="ru-RU" dirty="0"/>
              <a:t>хранение данных о товарах, пользователях и чатах</a:t>
            </a:r>
          </a:p>
          <a:p>
            <a:r>
              <a:rPr lang="en-US" b="1" dirty="0"/>
              <a:t>Material Design</a:t>
            </a:r>
            <a:r>
              <a:rPr lang="en-US" dirty="0"/>
              <a:t> — </a:t>
            </a:r>
            <a:r>
              <a:rPr lang="ru-RU" dirty="0"/>
              <a:t>современный и удобный интерфейс</a:t>
            </a:r>
          </a:p>
          <a:p>
            <a:r>
              <a:rPr lang="en-US" b="1" dirty="0"/>
              <a:t>Navigation Component</a:t>
            </a:r>
            <a:r>
              <a:rPr lang="en-US" dirty="0"/>
              <a:t> — </a:t>
            </a:r>
            <a:r>
              <a:rPr lang="ru-RU" dirty="0"/>
              <a:t>безопасная навигация между экранами</a:t>
            </a:r>
          </a:p>
          <a:p>
            <a:r>
              <a:rPr lang="en-US" b="1" dirty="0"/>
              <a:t>Git/GitHub</a:t>
            </a:r>
            <a:r>
              <a:rPr lang="en-US" dirty="0"/>
              <a:t> — </a:t>
            </a:r>
            <a:r>
              <a:rPr lang="ru-RU" dirty="0"/>
              <a:t>контроль версий</a:t>
            </a:r>
          </a:p>
          <a:p>
            <a:r>
              <a:rPr lang="en-US" b="1" dirty="0"/>
              <a:t>Glide/Picasso</a:t>
            </a:r>
            <a:r>
              <a:rPr lang="en-US" dirty="0"/>
              <a:t> — </a:t>
            </a:r>
            <a:r>
              <a:rPr lang="ru-RU" dirty="0"/>
              <a:t>загрузка и кэширование изображений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30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588AB-C271-79CE-5D44-9F24042F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Планы развития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71CA8-1154-EA35-F356-263E8E3E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Интеграция с CRM-системами</a:t>
            </a:r>
            <a:r>
              <a:rPr lang="ru-RU" dirty="0"/>
              <a:t> для автоматизации работы с клиентами</a:t>
            </a:r>
          </a:p>
          <a:p>
            <a:r>
              <a:rPr lang="ru-RU" b="1" dirty="0"/>
              <a:t>Модуль учета сервисного обслуживания</a:t>
            </a:r>
            <a:r>
              <a:rPr lang="ru-RU" dirty="0"/>
              <a:t> автомобилей</a:t>
            </a:r>
          </a:p>
          <a:p>
            <a:r>
              <a:rPr lang="ru-RU" b="1" dirty="0"/>
              <a:t>Расширенная аналитика</a:t>
            </a:r>
            <a:r>
              <a:rPr lang="ru-RU" dirty="0"/>
              <a:t> с графиками и прогнозами продаж</a:t>
            </a:r>
          </a:p>
          <a:p>
            <a:r>
              <a:rPr lang="ru-RU" b="1" dirty="0" err="1"/>
              <a:t>Push</a:t>
            </a:r>
            <a:r>
              <a:rPr lang="ru-RU" b="1" dirty="0"/>
              <a:t>-уведомления</a:t>
            </a:r>
            <a:r>
              <a:rPr lang="ru-RU" dirty="0"/>
              <a:t> о новых поступлениях и сделках</a:t>
            </a:r>
          </a:p>
          <a:p>
            <a:r>
              <a:rPr lang="ru-RU" b="1" dirty="0"/>
              <a:t>Интеграция с онлайн-оплатой</a:t>
            </a:r>
            <a:r>
              <a:rPr lang="ru-RU" dirty="0"/>
              <a:t> и электронным документооборотом</a:t>
            </a:r>
          </a:p>
          <a:p>
            <a:r>
              <a:rPr lang="ru-RU" b="1" dirty="0"/>
              <a:t>Веб-версия</a:t>
            </a:r>
            <a:r>
              <a:rPr lang="ru-RU" dirty="0"/>
              <a:t> для работы с компьютера</a:t>
            </a:r>
          </a:p>
        </p:txBody>
      </p:sp>
    </p:spTree>
    <p:extLst>
      <p:ext uri="{BB962C8B-B14F-4D97-AF65-F5344CB8AC3E}">
        <p14:creationId xmlns:p14="http://schemas.microsoft.com/office/powerpoint/2010/main" val="3801388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4AB1D-A557-4291-468D-3AF4C45D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ADF68-D582-F346-B2CF-C53F8DE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AutoBuy</a:t>
            </a:r>
            <a:r>
              <a:rPr lang="ru-RU" b="1" dirty="0"/>
              <a:t> </a:t>
            </a:r>
            <a:r>
              <a:rPr lang="ru-RU" b="1" dirty="0" err="1"/>
              <a:t>Helper</a:t>
            </a:r>
            <a:r>
              <a:rPr lang="ru-RU" dirty="0"/>
              <a:t> — это современное, функциональное и удобное решение для управления автосалоном. Приложение:</a:t>
            </a:r>
          </a:p>
          <a:p>
            <a:r>
              <a:rPr lang="ru-RU" dirty="0"/>
              <a:t>Упрощает работу менеджеров и директора</a:t>
            </a:r>
          </a:p>
          <a:p>
            <a:r>
              <a:rPr lang="ru-RU" dirty="0"/>
              <a:t>Повышает эффективность продаж</a:t>
            </a:r>
          </a:p>
          <a:p>
            <a:r>
              <a:rPr lang="ru-RU" dirty="0"/>
              <a:t>Улучшает клиентский опыт через удобный каталог</a:t>
            </a:r>
          </a:p>
          <a:p>
            <a:r>
              <a:rPr lang="ru-RU" dirty="0"/>
              <a:t>Готово к масштабированию и интеграции с внешними системами</a:t>
            </a:r>
          </a:p>
          <a:p>
            <a:pPr marL="0" indent="0">
              <a:buNone/>
            </a:pPr>
            <a:r>
              <a:rPr lang="ru-RU" dirty="0"/>
              <a:t>Проект реализован с использованием актуальных технологий и готов к дальнейшему развитию.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93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6E3E9-4DBB-43CB-EBC3-D2109975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Демонстрация</a:t>
            </a:r>
            <a:br>
              <a:rPr lang="ru-RU" b="1" dirty="0"/>
            </a:br>
            <a:endParaRPr lang="ru-RU" dirty="0"/>
          </a:p>
        </p:txBody>
      </p:sp>
      <p:pic>
        <p:nvPicPr>
          <p:cNvPr id="8" name="Рисунок 7" descr="Изображение выглядит как текст, транспортное средство, колесо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087CC1-8E1B-D00D-A2FA-1EDF9BB7A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467" y="1276805"/>
            <a:ext cx="2330761" cy="498892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FE34BC-3062-A147-5489-BA519512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857" y="1276805"/>
            <a:ext cx="2330761" cy="498892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машина, транспортное средство, Наземный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64EEB09-6B37-C0A5-1C9F-2E1550656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796" y="1276805"/>
            <a:ext cx="2330761" cy="498892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, Бренд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A67CBD-5231-6DBD-D3E8-0334DD20C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898" y="1322525"/>
            <a:ext cx="2309401" cy="4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31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Широкоэкранный</PresentationFormat>
  <Paragraphs>67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AutoBuy Helper Приложение для управления продажами в автосалоне </vt:lpstr>
      <vt:lpstr>План презентации </vt:lpstr>
      <vt:lpstr>Идея проекта </vt:lpstr>
      <vt:lpstr>Основной функционал </vt:lpstr>
      <vt:lpstr>Архитектура проекта</vt:lpstr>
      <vt:lpstr>Используемые технологии </vt:lpstr>
      <vt:lpstr>Планы развития </vt:lpstr>
      <vt:lpstr>Выводы </vt:lpstr>
      <vt:lpstr>Демонстрация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Киселёва</dc:creator>
  <cp:lastModifiedBy>Екатерина Киселёва</cp:lastModifiedBy>
  <cp:revision>2</cp:revision>
  <dcterms:created xsi:type="dcterms:W3CDTF">2025-12-14T20:05:31Z</dcterms:created>
  <dcterms:modified xsi:type="dcterms:W3CDTF">2025-12-14T22:36:52Z</dcterms:modified>
</cp:coreProperties>
</file>